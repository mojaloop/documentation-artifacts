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4387175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11c3OoH8R8VyhEe7kyXRrPo0k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0" d="100"/>
          <a:sy n="6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 1">
    <p:bg>
      <p:bgPr>
        <a:solidFill>
          <a:schemeClr val="dk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-7253041" y="655339"/>
            <a:ext cx="32272689" cy="1613634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695846" y="2389384"/>
            <a:ext cx="12286059" cy="5669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695846" y="8435371"/>
            <a:ext cx="12286059" cy="2310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E2F0"/>
              </a:buClr>
              <a:buSzPts val="4800"/>
              <a:buNone/>
              <a:defRPr sz="4800">
                <a:solidFill>
                  <a:srgbClr val="6FE2F0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19461894" y="1984854"/>
            <a:ext cx="3180462" cy="3180462"/>
          </a:xfrm>
          <a:prstGeom prst="ellipse">
            <a:avLst/>
          </a:prstGeom>
          <a:noFill/>
          <a:ln w="10160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2"/>
          <p:cNvSpPr/>
          <p:nvPr/>
        </p:nvSpPr>
        <p:spPr>
          <a:xfrm>
            <a:off x="19139390" y="7742805"/>
            <a:ext cx="4366425" cy="4366425"/>
          </a:xfrm>
          <a:prstGeom prst="ellipse">
            <a:avLst/>
          </a:prstGeom>
          <a:noFill/>
          <a:ln w="101600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2"/>
          <p:cNvSpPr/>
          <p:nvPr/>
        </p:nvSpPr>
        <p:spPr>
          <a:xfrm>
            <a:off x="15731836" y="3277662"/>
            <a:ext cx="6646212" cy="6646212"/>
          </a:xfrm>
          <a:prstGeom prst="ellipse">
            <a:avLst/>
          </a:prstGeom>
          <a:solidFill>
            <a:schemeClr val="accent1">
              <a:alpha val="87058"/>
            </a:schemeClr>
          </a:solidFill>
          <a:ln w="10160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2"/>
          <p:cNvSpPr/>
          <p:nvPr/>
        </p:nvSpPr>
        <p:spPr>
          <a:xfrm>
            <a:off x="16778061" y="4237266"/>
            <a:ext cx="4553762" cy="472700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 1">
  <p:cSld name="3_Title and Content 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/>
          <p:nvPr/>
        </p:nvSpPr>
        <p:spPr>
          <a:xfrm>
            <a:off x="-1" y="0"/>
            <a:ext cx="24387175" cy="6031149"/>
          </a:xfrm>
          <a:prstGeom prst="rect">
            <a:avLst/>
          </a:prstGeom>
          <a:gradFill>
            <a:gsLst>
              <a:gs pos="0">
                <a:schemeClr val="lt1"/>
              </a:gs>
              <a:gs pos="90000">
                <a:schemeClr val="accent5"/>
              </a:gs>
              <a:gs pos="100000">
                <a:schemeClr val="accent5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3"/>
          <p:cNvSpPr/>
          <p:nvPr/>
        </p:nvSpPr>
        <p:spPr>
          <a:xfrm>
            <a:off x="-786918" y="-4903094"/>
            <a:ext cx="27140450" cy="10177669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13"/>
          <p:cNvSpPr/>
          <p:nvPr/>
        </p:nvSpPr>
        <p:spPr>
          <a:xfrm>
            <a:off x="0" y="564204"/>
            <a:ext cx="24387175" cy="5466945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1676619" y="730251"/>
            <a:ext cx="18295802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1676619" y="3651250"/>
            <a:ext cx="21033938" cy="830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4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5600"/>
              <a:buChar char="•"/>
              <a:defRPr>
                <a:solidFill>
                  <a:schemeClr val="accent1"/>
                </a:solidFill>
              </a:defRPr>
            </a:lvl1pPr>
            <a:lvl2pPr marL="914400" lvl="1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Char char="•"/>
              <a:defRPr>
                <a:solidFill>
                  <a:schemeClr val="accen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000"/>
              <a:buChar char="•"/>
              <a:defRPr>
                <a:solidFill>
                  <a:schemeClr val="accent1"/>
                </a:solidFill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•"/>
              <a:defRPr>
                <a:solidFill>
                  <a:schemeClr val="accent1"/>
                </a:solidFill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•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/>
          <p:nvPr/>
        </p:nvSpPr>
        <p:spPr>
          <a:xfrm>
            <a:off x="0" y="0"/>
            <a:ext cx="24387175" cy="6031149"/>
          </a:xfrm>
          <a:prstGeom prst="rect">
            <a:avLst/>
          </a:prstGeom>
          <a:gradFill>
            <a:gsLst>
              <a:gs pos="0">
                <a:schemeClr val="lt1"/>
              </a:gs>
              <a:gs pos="90000">
                <a:schemeClr val="accent4"/>
              </a:gs>
              <a:gs pos="100000">
                <a:schemeClr val="accent4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4"/>
          <p:cNvSpPr/>
          <p:nvPr/>
        </p:nvSpPr>
        <p:spPr>
          <a:xfrm>
            <a:off x="-786918" y="-4903094"/>
            <a:ext cx="27140450" cy="10177669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4"/>
          <p:cNvSpPr/>
          <p:nvPr/>
        </p:nvSpPr>
        <p:spPr>
          <a:xfrm>
            <a:off x="0" y="564204"/>
            <a:ext cx="24387175" cy="5466945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1676619" y="730251"/>
            <a:ext cx="18294708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1"/>
          </p:nvPr>
        </p:nvSpPr>
        <p:spPr>
          <a:xfrm>
            <a:off x="1676619" y="3651250"/>
            <a:ext cx="21033938" cy="830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4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5600"/>
              <a:buChar char="•"/>
              <a:defRPr>
                <a:solidFill>
                  <a:schemeClr val="accent1"/>
                </a:solidFill>
              </a:defRPr>
            </a:lvl1pPr>
            <a:lvl2pPr marL="914400" lvl="1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Char char="•"/>
              <a:defRPr>
                <a:solidFill>
                  <a:schemeClr val="accen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000"/>
              <a:buChar char="•"/>
              <a:defRPr>
                <a:solidFill>
                  <a:schemeClr val="accent1"/>
                </a:solidFill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•"/>
              <a:defRPr>
                <a:solidFill>
                  <a:schemeClr val="accent1"/>
                </a:solidFill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•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 1">
  <p:cSld name="4_Title and Content 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/>
          <p:nvPr/>
        </p:nvSpPr>
        <p:spPr>
          <a:xfrm>
            <a:off x="0" y="0"/>
            <a:ext cx="24387175" cy="6031149"/>
          </a:xfrm>
          <a:prstGeom prst="rect">
            <a:avLst/>
          </a:prstGeom>
          <a:gradFill>
            <a:gsLst>
              <a:gs pos="0">
                <a:schemeClr val="lt1"/>
              </a:gs>
              <a:gs pos="90000">
                <a:schemeClr val="dk1"/>
              </a:gs>
              <a:gs pos="100000">
                <a:schemeClr val="dk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5"/>
          <p:cNvSpPr/>
          <p:nvPr/>
        </p:nvSpPr>
        <p:spPr>
          <a:xfrm>
            <a:off x="-786918" y="-4903094"/>
            <a:ext cx="27140450" cy="10177669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5"/>
          <p:cNvSpPr/>
          <p:nvPr/>
        </p:nvSpPr>
        <p:spPr>
          <a:xfrm>
            <a:off x="0" y="564204"/>
            <a:ext cx="24387175" cy="5466945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5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title"/>
          </p:nvPr>
        </p:nvSpPr>
        <p:spPr>
          <a:xfrm>
            <a:off x="1676619" y="730251"/>
            <a:ext cx="18295802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1"/>
          </p:nvPr>
        </p:nvSpPr>
        <p:spPr>
          <a:xfrm>
            <a:off x="1676619" y="3651250"/>
            <a:ext cx="21033938" cy="830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4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5600"/>
              <a:buChar char="•"/>
              <a:defRPr>
                <a:solidFill>
                  <a:schemeClr val="accent1"/>
                </a:solidFill>
              </a:defRPr>
            </a:lvl1pPr>
            <a:lvl2pPr marL="914400" lvl="1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Char char="•"/>
              <a:defRPr>
                <a:solidFill>
                  <a:schemeClr val="accen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000"/>
              <a:buChar char="•"/>
              <a:defRPr>
                <a:solidFill>
                  <a:schemeClr val="accent1"/>
                </a:solidFill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•"/>
              <a:defRPr>
                <a:solidFill>
                  <a:schemeClr val="accent1"/>
                </a:solidFill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•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 2">
  <p:cSld name="3_Title and Content 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/>
          <p:nvPr/>
        </p:nvSpPr>
        <p:spPr>
          <a:xfrm>
            <a:off x="0" y="-41564"/>
            <a:ext cx="24387175" cy="6031149"/>
          </a:xfrm>
          <a:prstGeom prst="rect">
            <a:avLst/>
          </a:prstGeom>
          <a:gradFill>
            <a:gsLst>
              <a:gs pos="0">
                <a:schemeClr val="lt1"/>
              </a:gs>
              <a:gs pos="88000">
                <a:schemeClr val="accent3"/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6"/>
          <p:cNvSpPr/>
          <p:nvPr/>
        </p:nvSpPr>
        <p:spPr>
          <a:xfrm>
            <a:off x="-786918" y="-4903094"/>
            <a:ext cx="27140450" cy="10177669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6"/>
          <p:cNvSpPr/>
          <p:nvPr/>
        </p:nvSpPr>
        <p:spPr>
          <a:xfrm>
            <a:off x="0" y="564204"/>
            <a:ext cx="20116800" cy="5466945"/>
          </a:xfrm>
          <a:prstGeom prst="round1Rect">
            <a:avLst>
              <a:gd name="adj" fmla="val 35919"/>
            </a:avLst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1676618" y="730251"/>
            <a:ext cx="14506882" cy="319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6"/>
          <p:cNvSpPr>
            <a:spLocks noGrp="1"/>
          </p:cNvSpPr>
          <p:nvPr>
            <p:ph type="pic" idx="2"/>
          </p:nvPr>
        </p:nvSpPr>
        <p:spPr>
          <a:xfrm>
            <a:off x="16056506" y="3929441"/>
            <a:ext cx="7617876" cy="7617876"/>
          </a:xfrm>
          <a:prstGeom prst="ellipse">
            <a:avLst/>
          </a:prstGeom>
          <a:solidFill>
            <a:schemeClr val="lt1"/>
          </a:solidFill>
          <a:ln w="10160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0" sx="102000" sy="102000" algn="ctr" rotWithShape="0">
              <a:schemeClr val="accent2">
                <a:alpha val="10196"/>
              </a:schemeClr>
            </a:outerShdw>
          </a:effectLst>
        </p:spPr>
      </p:sp>
      <p:sp>
        <p:nvSpPr>
          <p:cNvPr id="59" name="Google Shape;59;p16"/>
          <p:cNvSpPr txBox="1">
            <a:spLocks noGrp="1"/>
          </p:cNvSpPr>
          <p:nvPr>
            <p:ph type="body" idx="1"/>
          </p:nvPr>
        </p:nvSpPr>
        <p:spPr>
          <a:xfrm>
            <a:off x="1676618" y="4292600"/>
            <a:ext cx="14506882" cy="7663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4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5600"/>
              <a:buChar char="•"/>
              <a:defRPr>
                <a:solidFill>
                  <a:schemeClr val="dk2"/>
                </a:solidFill>
              </a:defRPr>
            </a:lvl1pPr>
            <a:lvl2pPr marL="914400" lvl="1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800"/>
              <a:buChar char="•"/>
              <a:defRPr>
                <a:solidFill>
                  <a:schemeClr val="dk2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000"/>
              <a:buChar char="•"/>
              <a:defRPr>
                <a:solidFill>
                  <a:schemeClr val="dk2"/>
                </a:solidFill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Char char="•"/>
              <a:defRPr>
                <a:solidFill>
                  <a:schemeClr val="dk2"/>
                </a:solidFill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Char char="•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 2">
  <p:cSld name="5_Title and Content 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/>
          <p:nvPr/>
        </p:nvSpPr>
        <p:spPr>
          <a:xfrm>
            <a:off x="0" y="-41564"/>
            <a:ext cx="24387175" cy="6031149"/>
          </a:xfrm>
          <a:prstGeom prst="rect">
            <a:avLst/>
          </a:prstGeom>
          <a:gradFill>
            <a:gsLst>
              <a:gs pos="0">
                <a:schemeClr val="lt1"/>
              </a:gs>
              <a:gs pos="88000">
                <a:schemeClr val="accent2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7"/>
          <p:cNvSpPr/>
          <p:nvPr/>
        </p:nvSpPr>
        <p:spPr>
          <a:xfrm>
            <a:off x="-786918" y="-4903094"/>
            <a:ext cx="27140450" cy="1017766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/>
          <p:nvPr/>
        </p:nvSpPr>
        <p:spPr>
          <a:xfrm>
            <a:off x="0" y="564204"/>
            <a:ext cx="20116800" cy="5466945"/>
          </a:xfrm>
          <a:prstGeom prst="round1Rect">
            <a:avLst>
              <a:gd name="adj" fmla="val 35919"/>
            </a:avLst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1676618" y="730251"/>
            <a:ext cx="14506882" cy="319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1676618" y="4292600"/>
            <a:ext cx="14506882" cy="7663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4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5600"/>
              <a:buChar char="•"/>
              <a:defRPr>
                <a:solidFill>
                  <a:schemeClr val="dk2"/>
                </a:solidFill>
              </a:defRPr>
            </a:lvl1pPr>
            <a:lvl2pPr marL="914400" lvl="1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800"/>
              <a:buChar char="•"/>
              <a:defRPr>
                <a:solidFill>
                  <a:schemeClr val="dk2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000"/>
              <a:buChar char="•"/>
              <a:defRPr>
                <a:solidFill>
                  <a:schemeClr val="dk2"/>
                </a:solidFill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Char char="•"/>
              <a:defRPr>
                <a:solidFill>
                  <a:schemeClr val="dk2"/>
                </a:solidFill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Char char="•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16056506" y="3929441"/>
            <a:ext cx="7617876" cy="7617876"/>
          </a:xfrm>
          <a:prstGeom prst="ellipse">
            <a:avLst/>
          </a:prstGeom>
          <a:solidFill>
            <a:schemeClr val="lt1"/>
          </a:solidFill>
          <a:ln w="101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0" sx="102000" sy="102000" algn="ctr" rotWithShape="0">
              <a:schemeClr val="accent2">
                <a:alpha val="10196"/>
              </a:schemeClr>
            </a:outerShdw>
          </a:effectLst>
        </p:spPr>
      </p:sp>
      <p:sp>
        <p:nvSpPr>
          <p:cNvPr id="70" name="Google Shape;70;p17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 1">
  <p:cSld name="1_Section Header 1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1663917" y="4191413"/>
            <a:ext cx="21033938" cy="493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Arial"/>
              <a:buNone/>
              <a:defRPr sz="1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1"/>
          </p:nvPr>
        </p:nvSpPr>
        <p:spPr>
          <a:xfrm>
            <a:off x="1663917" y="9178927"/>
            <a:ext cx="21033938" cy="2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4000"/>
              <a:buNone/>
              <a:defRPr sz="4000">
                <a:solidFill>
                  <a:srgbClr val="9C888C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600"/>
              <a:buNone/>
              <a:defRPr sz="3600">
                <a:solidFill>
                  <a:srgbClr val="9C888C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8"/>
          <p:cNvSpPr/>
          <p:nvPr/>
        </p:nvSpPr>
        <p:spPr>
          <a:xfrm>
            <a:off x="-1625600" y="-5334572"/>
            <a:ext cx="26824696" cy="13412348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8"/>
          <p:cNvSpPr/>
          <p:nvPr/>
        </p:nvSpPr>
        <p:spPr>
          <a:xfrm>
            <a:off x="19600276" y="529080"/>
            <a:ext cx="3110281" cy="322860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solidFill>
          <a:schemeClr val="dk2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1663917" y="4191413"/>
            <a:ext cx="21033938" cy="493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>
            <a:off x="1663917" y="9178927"/>
            <a:ext cx="21033938" cy="2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E2F0"/>
              </a:buClr>
              <a:buSzPts val="4800"/>
              <a:buNone/>
              <a:defRPr sz="4800">
                <a:solidFill>
                  <a:srgbClr val="6FE2F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4000"/>
              <a:buNone/>
              <a:defRPr sz="4000">
                <a:solidFill>
                  <a:srgbClr val="9C888C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600"/>
              <a:buNone/>
              <a:defRPr sz="3600">
                <a:solidFill>
                  <a:srgbClr val="9C888C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9"/>
          <p:cNvSpPr/>
          <p:nvPr/>
        </p:nvSpPr>
        <p:spPr>
          <a:xfrm>
            <a:off x="-1625600" y="-5334572"/>
            <a:ext cx="26824696" cy="13412348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9"/>
          <p:cNvSpPr/>
          <p:nvPr/>
        </p:nvSpPr>
        <p:spPr>
          <a:xfrm>
            <a:off x="20586193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 type="secHead">
  <p:cSld name="SECTION_HEAD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1663917" y="4191413"/>
            <a:ext cx="21033938" cy="493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rial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>
            <a:off x="1663917" y="9178927"/>
            <a:ext cx="21033938" cy="300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4000"/>
              <a:buNone/>
              <a:defRPr sz="4000">
                <a:solidFill>
                  <a:srgbClr val="9C888C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600"/>
              <a:buNone/>
              <a:defRPr sz="3600">
                <a:solidFill>
                  <a:srgbClr val="9C888C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20"/>
          <p:cNvSpPr/>
          <p:nvPr/>
        </p:nvSpPr>
        <p:spPr>
          <a:xfrm>
            <a:off x="-6521521" y="3078499"/>
            <a:ext cx="32272689" cy="16136344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0"/>
          <p:cNvSpPr/>
          <p:nvPr/>
        </p:nvSpPr>
        <p:spPr>
          <a:xfrm>
            <a:off x="1663917" y="529080"/>
            <a:ext cx="3110281" cy="322860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>
            <a:off x="1676619" y="730251"/>
            <a:ext cx="18295802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800"/>
              <a:buFont typeface="Arial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21"/>
          <p:cNvSpPr/>
          <p:nvPr/>
        </p:nvSpPr>
        <p:spPr>
          <a:xfrm>
            <a:off x="-1600200" y="3381377"/>
            <a:ext cx="26824696" cy="13412348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21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 2">
  <p:cSld name="1_Section Header 2">
    <p:bg>
      <p:bgPr>
        <a:solidFill>
          <a:schemeClr val="dk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1663917" y="4191413"/>
            <a:ext cx="21033938" cy="493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body" idx="1"/>
          </p:nvPr>
        </p:nvSpPr>
        <p:spPr>
          <a:xfrm>
            <a:off x="1663917" y="9178927"/>
            <a:ext cx="21033938" cy="300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E2F0"/>
              </a:buClr>
              <a:buSzPts val="4800"/>
              <a:buNone/>
              <a:defRPr sz="4800">
                <a:solidFill>
                  <a:srgbClr val="6FE2F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4000"/>
              <a:buNone/>
              <a:defRPr sz="4000">
                <a:solidFill>
                  <a:srgbClr val="9C888C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600"/>
              <a:buNone/>
              <a:defRPr sz="3600">
                <a:solidFill>
                  <a:srgbClr val="9C888C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C888C"/>
              </a:buClr>
              <a:buSzPts val="3200"/>
              <a:buNone/>
              <a:defRPr sz="3200">
                <a:solidFill>
                  <a:srgbClr val="9C888C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2"/>
          <p:cNvSpPr/>
          <p:nvPr/>
        </p:nvSpPr>
        <p:spPr>
          <a:xfrm>
            <a:off x="-6521521" y="3078499"/>
            <a:ext cx="32272689" cy="16136345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2"/>
          <p:cNvSpPr/>
          <p:nvPr/>
        </p:nvSpPr>
        <p:spPr>
          <a:xfrm>
            <a:off x="1663917" y="529080"/>
            <a:ext cx="3110281" cy="322860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 1">
  <p:cSld name="2_Title and Content 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/>
        </p:nvSpPr>
        <p:spPr>
          <a:xfrm>
            <a:off x="0" y="0"/>
            <a:ext cx="24387175" cy="6031149"/>
          </a:xfrm>
          <a:prstGeom prst="rect">
            <a:avLst/>
          </a:prstGeom>
          <a:gradFill>
            <a:gsLst>
              <a:gs pos="0">
                <a:schemeClr val="lt1"/>
              </a:gs>
              <a:gs pos="90000">
                <a:schemeClr val="accent3"/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3"/>
          <p:cNvSpPr/>
          <p:nvPr/>
        </p:nvSpPr>
        <p:spPr>
          <a:xfrm>
            <a:off x="-786918" y="-4903094"/>
            <a:ext cx="27140450" cy="10177669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3"/>
          <p:cNvSpPr/>
          <p:nvPr/>
        </p:nvSpPr>
        <p:spPr>
          <a:xfrm>
            <a:off x="0" y="564204"/>
            <a:ext cx="24387175" cy="5466945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3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title"/>
          </p:nvPr>
        </p:nvSpPr>
        <p:spPr>
          <a:xfrm>
            <a:off x="1676619" y="730251"/>
            <a:ext cx="18295802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body" idx="1"/>
          </p:nvPr>
        </p:nvSpPr>
        <p:spPr>
          <a:xfrm>
            <a:off x="1676619" y="3651250"/>
            <a:ext cx="21033938" cy="830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4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5600"/>
              <a:buChar char="•"/>
              <a:defRPr>
                <a:solidFill>
                  <a:schemeClr val="accent1"/>
                </a:solidFill>
              </a:defRPr>
            </a:lvl1pPr>
            <a:lvl2pPr marL="914400" lvl="1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Char char="•"/>
              <a:defRPr>
                <a:solidFill>
                  <a:schemeClr val="accen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000"/>
              <a:buChar char="•"/>
              <a:defRPr>
                <a:solidFill>
                  <a:schemeClr val="accent1"/>
                </a:solidFill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•"/>
              <a:defRPr>
                <a:solidFill>
                  <a:schemeClr val="accent1"/>
                </a:solidFill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•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 1">
  <p:cSld name="1_Title and Conten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/>
          <p:nvPr/>
        </p:nvSpPr>
        <p:spPr>
          <a:xfrm>
            <a:off x="0" y="0"/>
            <a:ext cx="24387175" cy="6031149"/>
          </a:xfrm>
          <a:prstGeom prst="rect">
            <a:avLst/>
          </a:prstGeom>
          <a:gradFill>
            <a:gsLst>
              <a:gs pos="0">
                <a:schemeClr val="lt1"/>
              </a:gs>
              <a:gs pos="90000">
                <a:schemeClr val="accent2"/>
              </a:gs>
              <a:gs pos="100000">
                <a:schemeClr val="accent2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4"/>
          <p:cNvSpPr/>
          <p:nvPr/>
        </p:nvSpPr>
        <p:spPr>
          <a:xfrm>
            <a:off x="-786918" y="-4903094"/>
            <a:ext cx="27140450" cy="10177669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4"/>
          <p:cNvSpPr/>
          <p:nvPr/>
        </p:nvSpPr>
        <p:spPr>
          <a:xfrm>
            <a:off x="0" y="564204"/>
            <a:ext cx="24387175" cy="5466945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4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4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1676619" y="730251"/>
            <a:ext cx="18295802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1676619" y="3651250"/>
            <a:ext cx="21033938" cy="830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4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5600"/>
              <a:buChar char="•"/>
              <a:defRPr>
                <a:solidFill>
                  <a:schemeClr val="accent1"/>
                </a:solidFill>
              </a:defRPr>
            </a:lvl1pPr>
            <a:lvl2pPr marL="914400" lvl="1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Char char="•"/>
              <a:defRPr>
                <a:solidFill>
                  <a:schemeClr val="accen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000"/>
              <a:buChar char="•"/>
              <a:defRPr>
                <a:solidFill>
                  <a:schemeClr val="accent1"/>
                </a:solidFill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•"/>
              <a:defRPr>
                <a:solidFill>
                  <a:schemeClr val="accent1"/>
                </a:solidFill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•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Title and Content 2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/>
          <p:nvPr/>
        </p:nvSpPr>
        <p:spPr>
          <a:xfrm>
            <a:off x="0" y="0"/>
            <a:ext cx="24387175" cy="6031149"/>
          </a:xfrm>
          <a:prstGeom prst="rect">
            <a:avLst/>
          </a:prstGeom>
          <a:gradFill>
            <a:gsLst>
              <a:gs pos="0">
                <a:schemeClr val="lt1"/>
              </a:gs>
              <a:gs pos="90000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5"/>
          <p:cNvSpPr/>
          <p:nvPr/>
        </p:nvSpPr>
        <p:spPr>
          <a:xfrm>
            <a:off x="-786918" y="-4903094"/>
            <a:ext cx="27140450" cy="10177669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5"/>
          <p:cNvSpPr/>
          <p:nvPr/>
        </p:nvSpPr>
        <p:spPr>
          <a:xfrm>
            <a:off x="0" y="564204"/>
            <a:ext cx="20116800" cy="5466945"/>
          </a:xfrm>
          <a:prstGeom prst="round1Rect">
            <a:avLst>
              <a:gd name="adj" fmla="val 35919"/>
            </a:avLst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1676618" y="730251"/>
            <a:ext cx="14506882" cy="319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25"/>
          <p:cNvSpPr>
            <a:spLocks noGrp="1"/>
          </p:cNvSpPr>
          <p:nvPr>
            <p:ph type="pic" idx="2"/>
          </p:nvPr>
        </p:nvSpPr>
        <p:spPr>
          <a:xfrm>
            <a:off x="16056506" y="3929441"/>
            <a:ext cx="7617876" cy="7617876"/>
          </a:xfrm>
          <a:prstGeom prst="ellipse">
            <a:avLst/>
          </a:prstGeom>
          <a:solidFill>
            <a:schemeClr val="lt1"/>
          </a:solidFill>
          <a:ln w="101600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0" sx="102000" sy="102000" algn="ctr" rotWithShape="0">
              <a:schemeClr val="accent2">
                <a:alpha val="10196"/>
              </a:schemeClr>
            </a:outerShdw>
          </a:effectLst>
        </p:spPr>
      </p:sp>
      <p:sp>
        <p:nvSpPr>
          <p:cNvPr id="131" name="Google Shape;131;p25"/>
          <p:cNvSpPr txBox="1">
            <a:spLocks noGrp="1"/>
          </p:cNvSpPr>
          <p:nvPr>
            <p:ph type="body" idx="1"/>
          </p:nvPr>
        </p:nvSpPr>
        <p:spPr>
          <a:xfrm>
            <a:off x="1676618" y="4292600"/>
            <a:ext cx="14506882" cy="7663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4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5600"/>
              <a:buChar char="•"/>
              <a:defRPr>
                <a:solidFill>
                  <a:schemeClr val="dk2"/>
                </a:solidFill>
              </a:defRPr>
            </a:lvl1pPr>
            <a:lvl2pPr marL="914400" lvl="1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800"/>
              <a:buChar char="•"/>
              <a:defRPr>
                <a:solidFill>
                  <a:schemeClr val="dk2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000"/>
              <a:buChar char="•"/>
              <a:defRPr>
                <a:solidFill>
                  <a:schemeClr val="dk2"/>
                </a:solidFill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Char char="•"/>
              <a:defRPr>
                <a:solidFill>
                  <a:schemeClr val="dk2"/>
                </a:solidFill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Char char="•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 2">
  <p:cSld name="1_Title and Content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0" y="-41564"/>
            <a:ext cx="24387175" cy="6031149"/>
          </a:xfrm>
          <a:prstGeom prst="rect">
            <a:avLst/>
          </a:prstGeom>
          <a:gradFill>
            <a:gsLst>
              <a:gs pos="0">
                <a:schemeClr val="lt1"/>
              </a:gs>
              <a:gs pos="88000">
                <a:schemeClr val="dk1"/>
              </a:gs>
              <a:gs pos="100000">
                <a:schemeClr val="dk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-786918" y="-4903094"/>
            <a:ext cx="27140450" cy="10177669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6"/>
          <p:cNvSpPr/>
          <p:nvPr/>
        </p:nvSpPr>
        <p:spPr>
          <a:xfrm>
            <a:off x="0" y="564204"/>
            <a:ext cx="20116800" cy="5466945"/>
          </a:xfrm>
          <a:prstGeom prst="round1Rect">
            <a:avLst>
              <a:gd name="adj" fmla="val 35919"/>
            </a:avLst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6"/>
          <p:cNvSpPr txBox="1">
            <a:spLocks noGrp="1"/>
          </p:cNvSpPr>
          <p:nvPr>
            <p:ph type="title"/>
          </p:nvPr>
        </p:nvSpPr>
        <p:spPr>
          <a:xfrm>
            <a:off x="1676618" y="730251"/>
            <a:ext cx="14506882" cy="319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26"/>
          <p:cNvSpPr>
            <a:spLocks noGrp="1"/>
          </p:cNvSpPr>
          <p:nvPr>
            <p:ph type="pic" idx="2"/>
          </p:nvPr>
        </p:nvSpPr>
        <p:spPr>
          <a:xfrm>
            <a:off x="16056506" y="3929441"/>
            <a:ext cx="7617876" cy="7617876"/>
          </a:xfrm>
          <a:prstGeom prst="ellipse">
            <a:avLst/>
          </a:prstGeom>
          <a:solidFill>
            <a:schemeClr val="lt1"/>
          </a:solidFill>
          <a:ln w="101600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0" sx="102000" sy="102000" algn="ctr" rotWithShape="0">
              <a:schemeClr val="accent2">
                <a:alpha val="10196"/>
              </a:schemeClr>
            </a:outerShdw>
          </a:effectLst>
        </p:spPr>
      </p:sp>
      <p:sp>
        <p:nvSpPr>
          <p:cNvPr id="141" name="Google Shape;141;p26"/>
          <p:cNvSpPr txBox="1">
            <a:spLocks noGrp="1"/>
          </p:cNvSpPr>
          <p:nvPr>
            <p:ph type="body" idx="1"/>
          </p:nvPr>
        </p:nvSpPr>
        <p:spPr>
          <a:xfrm>
            <a:off x="1676618" y="4292600"/>
            <a:ext cx="14506882" cy="7663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4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5600"/>
              <a:buChar char="•"/>
              <a:defRPr>
                <a:solidFill>
                  <a:schemeClr val="dk2"/>
                </a:solidFill>
              </a:defRPr>
            </a:lvl1pPr>
            <a:lvl2pPr marL="914400" lvl="1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800"/>
              <a:buChar char="•"/>
              <a:defRPr>
                <a:solidFill>
                  <a:schemeClr val="dk2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000"/>
              <a:buChar char="•"/>
              <a:defRPr>
                <a:solidFill>
                  <a:schemeClr val="dk2"/>
                </a:solidFill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Char char="•"/>
              <a:defRPr>
                <a:solidFill>
                  <a:schemeClr val="dk2"/>
                </a:solidFill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Char char="•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26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 2">
  <p:cSld name="2_Title and Content 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/>
          <p:nvPr/>
        </p:nvSpPr>
        <p:spPr>
          <a:xfrm>
            <a:off x="0" y="-41564"/>
            <a:ext cx="24387175" cy="6031149"/>
          </a:xfrm>
          <a:prstGeom prst="rect">
            <a:avLst/>
          </a:prstGeom>
          <a:gradFill>
            <a:gsLst>
              <a:gs pos="0">
                <a:schemeClr val="lt1"/>
              </a:gs>
              <a:gs pos="88000">
                <a:schemeClr val="accent4"/>
              </a:gs>
              <a:gs pos="100000">
                <a:schemeClr val="accent4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7"/>
          <p:cNvSpPr/>
          <p:nvPr/>
        </p:nvSpPr>
        <p:spPr>
          <a:xfrm>
            <a:off x="-786918" y="-4903094"/>
            <a:ext cx="27140450" cy="10177669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7"/>
          <p:cNvSpPr/>
          <p:nvPr/>
        </p:nvSpPr>
        <p:spPr>
          <a:xfrm>
            <a:off x="0" y="564204"/>
            <a:ext cx="20116800" cy="5466945"/>
          </a:xfrm>
          <a:prstGeom prst="round1Rect">
            <a:avLst>
              <a:gd name="adj" fmla="val 35919"/>
            </a:avLst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1676618" y="730251"/>
            <a:ext cx="14506882" cy="319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7"/>
          <p:cNvSpPr>
            <a:spLocks noGrp="1"/>
          </p:cNvSpPr>
          <p:nvPr>
            <p:ph type="pic" idx="2"/>
          </p:nvPr>
        </p:nvSpPr>
        <p:spPr>
          <a:xfrm>
            <a:off x="16056506" y="3929441"/>
            <a:ext cx="7617876" cy="7617876"/>
          </a:xfrm>
          <a:prstGeom prst="ellipse">
            <a:avLst/>
          </a:prstGeom>
          <a:solidFill>
            <a:schemeClr val="lt1"/>
          </a:solidFill>
          <a:ln w="101600" cap="flat" cmpd="sng">
            <a:solidFill>
              <a:schemeClr val="accent3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0" sx="102000" sy="102000" algn="ctr" rotWithShape="0">
              <a:schemeClr val="accent2">
                <a:alpha val="10196"/>
              </a:schemeClr>
            </a:outerShdw>
          </a:effectLst>
        </p:spPr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1676618" y="4292600"/>
            <a:ext cx="14506882" cy="7663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4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5600"/>
              <a:buChar char="•"/>
              <a:defRPr>
                <a:solidFill>
                  <a:schemeClr val="dk2"/>
                </a:solidFill>
              </a:defRPr>
            </a:lvl1pPr>
            <a:lvl2pPr marL="914400" lvl="1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800"/>
              <a:buChar char="•"/>
              <a:defRPr>
                <a:solidFill>
                  <a:schemeClr val="dk2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000"/>
              <a:buChar char="•"/>
              <a:defRPr>
                <a:solidFill>
                  <a:schemeClr val="dk2"/>
                </a:solidFill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Char char="•"/>
              <a:defRPr>
                <a:solidFill>
                  <a:schemeClr val="dk2"/>
                </a:solidFill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Char char="•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7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 2">
  <p:cSld name="4_Title and Content 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/>
          <p:nvPr/>
        </p:nvSpPr>
        <p:spPr>
          <a:xfrm>
            <a:off x="0" y="-41564"/>
            <a:ext cx="24387175" cy="6031149"/>
          </a:xfrm>
          <a:prstGeom prst="rect">
            <a:avLst/>
          </a:prstGeom>
          <a:gradFill>
            <a:gsLst>
              <a:gs pos="0">
                <a:schemeClr val="lt1"/>
              </a:gs>
              <a:gs pos="88000">
                <a:schemeClr val="accent5"/>
              </a:gs>
              <a:gs pos="100000">
                <a:schemeClr val="accent5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8"/>
          <p:cNvSpPr/>
          <p:nvPr/>
        </p:nvSpPr>
        <p:spPr>
          <a:xfrm>
            <a:off x="-786918" y="-4903094"/>
            <a:ext cx="27140450" cy="10177669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28"/>
          <p:cNvSpPr/>
          <p:nvPr/>
        </p:nvSpPr>
        <p:spPr>
          <a:xfrm>
            <a:off x="0" y="564204"/>
            <a:ext cx="20116800" cy="5466945"/>
          </a:xfrm>
          <a:prstGeom prst="round1Rect">
            <a:avLst>
              <a:gd name="adj" fmla="val 35919"/>
            </a:avLst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1676618" y="730251"/>
            <a:ext cx="14506882" cy="319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28"/>
          <p:cNvSpPr>
            <a:spLocks noGrp="1"/>
          </p:cNvSpPr>
          <p:nvPr>
            <p:ph type="pic" idx="2"/>
          </p:nvPr>
        </p:nvSpPr>
        <p:spPr>
          <a:xfrm>
            <a:off x="16056506" y="3929441"/>
            <a:ext cx="7617876" cy="7617876"/>
          </a:xfrm>
          <a:prstGeom prst="ellipse">
            <a:avLst/>
          </a:prstGeom>
          <a:solidFill>
            <a:schemeClr val="lt1"/>
          </a:solidFill>
          <a:ln w="1016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0" sx="102000" sy="102000" algn="ctr" rotWithShape="0">
              <a:schemeClr val="accent2">
                <a:alpha val="10196"/>
              </a:schemeClr>
            </a:outerShdw>
          </a:effectLst>
        </p:spPr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1676618" y="4292600"/>
            <a:ext cx="14506882" cy="7663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4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5600"/>
              <a:buChar char="•"/>
              <a:defRPr>
                <a:solidFill>
                  <a:schemeClr val="dk2"/>
                </a:solidFill>
              </a:defRPr>
            </a:lvl1pPr>
            <a:lvl2pPr marL="914400" lvl="1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800"/>
              <a:buChar char="•"/>
              <a:defRPr>
                <a:solidFill>
                  <a:schemeClr val="dk2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000"/>
              <a:buChar char="•"/>
              <a:defRPr>
                <a:solidFill>
                  <a:schemeClr val="dk2"/>
                </a:solidFill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Char char="•"/>
              <a:defRPr>
                <a:solidFill>
                  <a:schemeClr val="dk2"/>
                </a:solidFill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Char char="•"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28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3">
  <p:cSld name="Title and Content 3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1676619" y="730251"/>
            <a:ext cx="18295802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body" idx="1"/>
          </p:nvPr>
        </p:nvSpPr>
        <p:spPr>
          <a:xfrm>
            <a:off x="1676619" y="3651250"/>
            <a:ext cx="21033938" cy="830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84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5600"/>
              <a:buChar char="•"/>
              <a:defRPr>
                <a:solidFill>
                  <a:schemeClr val="accent1"/>
                </a:solidFill>
              </a:defRPr>
            </a:lvl1pPr>
            <a:lvl2pPr marL="914400" lvl="1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Char char="•"/>
              <a:defRPr>
                <a:solidFill>
                  <a:schemeClr val="accen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000"/>
              <a:buChar char="•"/>
              <a:defRPr>
                <a:solidFill>
                  <a:schemeClr val="accent1"/>
                </a:solidFill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•"/>
              <a:defRPr>
                <a:solidFill>
                  <a:schemeClr val="accent1"/>
                </a:solidFill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•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9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>
            <a:spLocks noGrp="1"/>
          </p:cNvSpPr>
          <p:nvPr>
            <p:ph type="title"/>
          </p:nvPr>
        </p:nvSpPr>
        <p:spPr>
          <a:xfrm>
            <a:off x="1676619" y="730251"/>
            <a:ext cx="18295802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0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30"/>
          <p:cNvSpPr/>
          <p:nvPr/>
        </p:nvSpPr>
        <p:spPr>
          <a:xfrm>
            <a:off x="-1600200" y="3381377"/>
            <a:ext cx="26824696" cy="13412348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0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bg>
      <p:bgPr>
        <a:solidFill>
          <a:schemeClr val="dk2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1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31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2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32"/>
          <p:cNvSpPr/>
          <p:nvPr/>
        </p:nvSpPr>
        <p:spPr>
          <a:xfrm>
            <a:off x="21117069" y="931984"/>
            <a:ext cx="2124364" cy="22051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1676619" y="730251"/>
            <a:ext cx="21033938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Arial"/>
              <a:buNone/>
              <a:defRPr sz="88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1676619" y="3651250"/>
            <a:ext cx="21033938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"/>
          <p:cNvSpPr txBox="1">
            <a:spLocks noGrp="1"/>
          </p:cNvSpPr>
          <p:nvPr>
            <p:ph type="ctrTitle"/>
          </p:nvPr>
        </p:nvSpPr>
        <p:spPr>
          <a:xfrm>
            <a:off x="1695846" y="2389384"/>
            <a:ext cx="12286059" cy="5669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</a:pPr>
            <a:endParaRPr dirty="0"/>
          </a:p>
        </p:txBody>
      </p:sp>
      <p:sp>
        <p:nvSpPr>
          <p:cNvPr id="188" name="Google Shape;188;p1"/>
          <p:cNvSpPr txBox="1">
            <a:spLocks noGrp="1"/>
          </p:cNvSpPr>
          <p:nvPr>
            <p:ph type="subTitle" idx="1"/>
          </p:nvPr>
        </p:nvSpPr>
        <p:spPr>
          <a:xfrm>
            <a:off x="1695846" y="8435371"/>
            <a:ext cx="12286059" cy="2310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E2F0"/>
              </a:buClr>
              <a:buSzPts val="4800"/>
              <a:buNone/>
            </a:pPr>
            <a:endParaRPr/>
          </a:p>
        </p:txBody>
      </p:sp>
      <p:sp>
        <p:nvSpPr>
          <p:cNvPr id="189" name="Google Shape;189;p1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"/>
          <p:cNvSpPr txBox="1">
            <a:spLocks noGrp="1"/>
          </p:cNvSpPr>
          <p:nvPr>
            <p:ph type="title"/>
          </p:nvPr>
        </p:nvSpPr>
        <p:spPr>
          <a:xfrm>
            <a:off x="1676619" y="730251"/>
            <a:ext cx="18295800" cy="26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Arial"/>
              <a:buNone/>
            </a:pPr>
            <a:endParaRPr/>
          </a:p>
        </p:txBody>
      </p:sp>
      <p:sp>
        <p:nvSpPr>
          <p:cNvPr id="195" name="Google Shape;195;p2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0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96" name="Google Shape;196;p2"/>
          <p:cNvSpPr txBox="1">
            <a:spLocks noGrp="1"/>
          </p:cNvSpPr>
          <p:nvPr>
            <p:ph type="body" idx="1"/>
          </p:nvPr>
        </p:nvSpPr>
        <p:spPr>
          <a:xfrm>
            <a:off x="1676619" y="3651250"/>
            <a:ext cx="21033900" cy="83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/>
          <p:cNvSpPr txBox="1">
            <a:spLocks noGrp="1"/>
          </p:cNvSpPr>
          <p:nvPr>
            <p:ph type="title"/>
          </p:nvPr>
        </p:nvSpPr>
        <p:spPr>
          <a:xfrm>
            <a:off x="1676619" y="730251"/>
            <a:ext cx="18294600" cy="26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Arial"/>
              <a:buNone/>
            </a:pPr>
            <a:endParaRPr/>
          </a:p>
        </p:txBody>
      </p:sp>
      <p:sp>
        <p:nvSpPr>
          <p:cNvPr id="202" name="Google Shape;202;p3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0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03" name="Google Shape;203;p3"/>
          <p:cNvSpPr txBox="1">
            <a:spLocks noGrp="1"/>
          </p:cNvSpPr>
          <p:nvPr>
            <p:ph type="body" idx="1"/>
          </p:nvPr>
        </p:nvSpPr>
        <p:spPr>
          <a:xfrm>
            <a:off x="1676619" y="3651250"/>
            <a:ext cx="21033900" cy="83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0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09" name="Google Shape;209;p4"/>
          <p:cNvSpPr txBox="1">
            <a:spLocks noGrp="1"/>
          </p:cNvSpPr>
          <p:nvPr>
            <p:ph type="title"/>
          </p:nvPr>
        </p:nvSpPr>
        <p:spPr>
          <a:xfrm>
            <a:off x="1676619" y="730251"/>
            <a:ext cx="18295800" cy="26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Arial"/>
              <a:buNone/>
            </a:pPr>
            <a:endParaRPr/>
          </a:p>
        </p:txBody>
      </p:sp>
      <p:sp>
        <p:nvSpPr>
          <p:cNvPr id="210" name="Google Shape;210;p4"/>
          <p:cNvSpPr txBox="1">
            <a:spLocks noGrp="1"/>
          </p:cNvSpPr>
          <p:nvPr>
            <p:ph type="body" idx="1"/>
          </p:nvPr>
        </p:nvSpPr>
        <p:spPr>
          <a:xfrm>
            <a:off x="1676619" y="3651250"/>
            <a:ext cx="21033900" cy="83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"/>
          <p:cNvSpPr txBox="1">
            <a:spLocks noGrp="1"/>
          </p:cNvSpPr>
          <p:nvPr>
            <p:ph type="title"/>
          </p:nvPr>
        </p:nvSpPr>
        <p:spPr>
          <a:xfrm>
            <a:off x="1676618" y="730251"/>
            <a:ext cx="14506800" cy="3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Arial"/>
              <a:buNone/>
            </a:pPr>
            <a:endParaRPr/>
          </a:p>
        </p:txBody>
      </p:sp>
      <p:sp>
        <p:nvSpPr>
          <p:cNvPr id="216" name="Google Shape;216;p5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0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17" name="Google Shape;217;p5"/>
          <p:cNvSpPr>
            <a:spLocks noGrp="1"/>
          </p:cNvSpPr>
          <p:nvPr>
            <p:ph type="pic" idx="2"/>
          </p:nvPr>
        </p:nvSpPr>
        <p:spPr>
          <a:xfrm>
            <a:off x="16056506" y="3929441"/>
            <a:ext cx="7617900" cy="7617900"/>
          </a:xfrm>
          <a:prstGeom prst="ellipse">
            <a:avLst/>
          </a:prstGeom>
          <a:solidFill>
            <a:schemeClr val="lt1"/>
          </a:solidFill>
          <a:ln w="10160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0" sx="102000" sy="102000" algn="ctr" rotWithShape="0">
              <a:schemeClr val="accent2">
                <a:alpha val="10199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8" name="Google Shape;218;p5"/>
          <p:cNvSpPr txBox="1">
            <a:spLocks noGrp="1"/>
          </p:cNvSpPr>
          <p:nvPr>
            <p:ph type="body" idx="1"/>
          </p:nvPr>
        </p:nvSpPr>
        <p:spPr>
          <a:xfrm>
            <a:off x="1676618" y="4292600"/>
            <a:ext cx="14506800" cy="76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"/>
          <p:cNvSpPr txBox="1">
            <a:spLocks noGrp="1"/>
          </p:cNvSpPr>
          <p:nvPr>
            <p:ph type="title"/>
          </p:nvPr>
        </p:nvSpPr>
        <p:spPr>
          <a:xfrm>
            <a:off x="1676618" y="730251"/>
            <a:ext cx="14506800" cy="3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Arial"/>
              <a:buNone/>
            </a:pPr>
            <a:endParaRPr/>
          </a:p>
        </p:txBody>
      </p:sp>
      <p:sp>
        <p:nvSpPr>
          <p:cNvPr id="224" name="Google Shape;224;p6"/>
          <p:cNvSpPr txBox="1">
            <a:spLocks noGrp="1"/>
          </p:cNvSpPr>
          <p:nvPr>
            <p:ph type="body" idx="1"/>
          </p:nvPr>
        </p:nvSpPr>
        <p:spPr>
          <a:xfrm>
            <a:off x="1676618" y="4292600"/>
            <a:ext cx="14506800" cy="76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</a:pPr>
            <a:endParaRPr/>
          </a:p>
        </p:txBody>
      </p:sp>
      <p:sp>
        <p:nvSpPr>
          <p:cNvPr id="225" name="Google Shape;225;p6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0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26" name="Google Shape;226;p6"/>
          <p:cNvSpPr>
            <a:spLocks noGrp="1"/>
          </p:cNvSpPr>
          <p:nvPr>
            <p:ph type="pic" idx="2"/>
          </p:nvPr>
        </p:nvSpPr>
        <p:spPr>
          <a:xfrm>
            <a:off x="16056506" y="3929441"/>
            <a:ext cx="7617900" cy="7617900"/>
          </a:xfrm>
          <a:prstGeom prst="ellipse">
            <a:avLst/>
          </a:prstGeom>
          <a:solidFill>
            <a:schemeClr val="lt1"/>
          </a:solidFill>
          <a:ln w="101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0" sx="102000" sy="102000" algn="ctr" rotWithShape="0">
              <a:schemeClr val="accent2">
                <a:alpha val="10199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>
            <a:spLocks noGrp="1"/>
          </p:cNvSpPr>
          <p:nvPr>
            <p:ph type="title"/>
          </p:nvPr>
        </p:nvSpPr>
        <p:spPr>
          <a:xfrm>
            <a:off x="1663917" y="4191413"/>
            <a:ext cx="21033900" cy="49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Arial"/>
              <a:buNone/>
            </a:pPr>
            <a:endParaRPr/>
          </a:p>
        </p:txBody>
      </p:sp>
      <p:sp>
        <p:nvSpPr>
          <p:cNvPr id="232" name="Google Shape;232;p7"/>
          <p:cNvSpPr txBox="1">
            <a:spLocks noGrp="1"/>
          </p:cNvSpPr>
          <p:nvPr>
            <p:ph type="body" idx="1"/>
          </p:nvPr>
        </p:nvSpPr>
        <p:spPr>
          <a:xfrm>
            <a:off x="1663917" y="9178927"/>
            <a:ext cx="21033900" cy="27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</a:pPr>
            <a:endParaRPr/>
          </a:p>
        </p:txBody>
      </p:sp>
      <p:sp>
        <p:nvSpPr>
          <p:cNvPr id="233" name="Google Shape;233;p7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0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 txBox="1">
            <a:spLocks noGrp="1"/>
          </p:cNvSpPr>
          <p:nvPr>
            <p:ph type="title"/>
          </p:nvPr>
        </p:nvSpPr>
        <p:spPr>
          <a:xfrm>
            <a:off x="1663917" y="4191413"/>
            <a:ext cx="21033938" cy="493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</a:pPr>
            <a:endParaRPr/>
          </a:p>
        </p:txBody>
      </p:sp>
      <p:sp>
        <p:nvSpPr>
          <p:cNvPr id="239" name="Google Shape;239;p8"/>
          <p:cNvSpPr txBox="1">
            <a:spLocks noGrp="1"/>
          </p:cNvSpPr>
          <p:nvPr>
            <p:ph type="body" idx="1"/>
          </p:nvPr>
        </p:nvSpPr>
        <p:spPr>
          <a:xfrm>
            <a:off x="1663917" y="9178927"/>
            <a:ext cx="21033938" cy="2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E2F0"/>
              </a:buClr>
              <a:buSzPts val="4800"/>
              <a:buNone/>
            </a:pPr>
            <a:endParaRPr/>
          </a:p>
        </p:txBody>
      </p:sp>
      <p:sp>
        <p:nvSpPr>
          <p:cNvPr id="240" name="Google Shape;240;p8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 txBox="1">
            <a:spLocks noGrp="1"/>
          </p:cNvSpPr>
          <p:nvPr>
            <p:ph type="title"/>
          </p:nvPr>
        </p:nvSpPr>
        <p:spPr>
          <a:xfrm>
            <a:off x="1663917" y="4191413"/>
            <a:ext cx="21033938" cy="493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rial"/>
              <a:buNone/>
            </a:pPr>
            <a:endParaRPr/>
          </a:p>
        </p:txBody>
      </p:sp>
      <p:sp>
        <p:nvSpPr>
          <p:cNvPr id="246" name="Google Shape;246;p9"/>
          <p:cNvSpPr txBox="1">
            <a:spLocks noGrp="1"/>
          </p:cNvSpPr>
          <p:nvPr>
            <p:ph type="body" idx="1"/>
          </p:nvPr>
        </p:nvSpPr>
        <p:spPr>
          <a:xfrm>
            <a:off x="1663917" y="9178927"/>
            <a:ext cx="21033938" cy="300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</a:pPr>
            <a:endParaRPr/>
          </a:p>
        </p:txBody>
      </p:sp>
      <p:sp>
        <p:nvSpPr>
          <p:cNvPr id="247" name="Google Shape;247;p9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 txBox="1">
            <a:spLocks noGrp="1"/>
          </p:cNvSpPr>
          <p:nvPr>
            <p:ph type="title"/>
          </p:nvPr>
        </p:nvSpPr>
        <p:spPr>
          <a:xfrm>
            <a:off x="1676619" y="730251"/>
            <a:ext cx="18295802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800"/>
              <a:buFont typeface="Arial"/>
              <a:buNone/>
            </a:pPr>
            <a:endParaRPr/>
          </a:p>
        </p:txBody>
      </p:sp>
      <p:sp>
        <p:nvSpPr>
          <p:cNvPr id="253" name="Google Shape;253;p10"/>
          <p:cNvSpPr txBox="1">
            <a:spLocks noGrp="1"/>
          </p:cNvSpPr>
          <p:nvPr>
            <p:ph type="sldNum" idx="12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ojaloop">
      <a:dk1>
        <a:srgbClr val="600130"/>
      </a:dk1>
      <a:lt1>
        <a:srgbClr val="FFFFFF"/>
      </a:lt1>
      <a:dk2>
        <a:srgbClr val="211336"/>
      </a:dk2>
      <a:lt2>
        <a:srgbClr val="FEFFFF"/>
      </a:lt2>
      <a:accent1>
        <a:srgbClr val="201236"/>
      </a:accent1>
      <a:accent2>
        <a:srgbClr val="D00B67"/>
      </a:accent2>
      <a:accent3>
        <a:srgbClr val="A8B700"/>
      </a:accent3>
      <a:accent4>
        <a:srgbClr val="19CAE0"/>
      </a:accent4>
      <a:accent5>
        <a:srgbClr val="FFAA00"/>
      </a:accent5>
      <a:accent6>
        <a:srgbClr val="600130"/>
      </a:accent6>
      <a:hlink>
        <a:srgbClr val="19CAE0"/>
      </a:hlink>
      <a:folHlink>
        <a:srgbClr val="A8B7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PresentationFormat>Custom</PresentationFormat>
  <Paragraphs>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Tudor Vedeanu</dc:creator>
  <cp:lastModifiedBy>samuel kummary</cp:lastModifiedBy>
  <cp:revision>1</cp:revision>
  <dcterms:created xsi:type="dcterms:W3CDTF">2020-01-08T21:13:28Z</dcterms:created>
  <dcterms:modified xsi:type="dcterms:W3CDTF">2026-07-14T07:07:18Z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0x01010028AAC203550B4E40A8ED4C6A11385C01</vt:lpwstr>
  </property>
  <property fmtid="{D5CDD505-2E9C-101B-9397-08002B2CF9AE}" pid="3" name="MediaServiceImageTags">
    <vt:lpwstr/>
  </property>
</Properties>
</file>